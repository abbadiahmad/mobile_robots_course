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6"/>
  </p:notesMasterIdLst>
  <p:sldIdLst>
    <p:sldId id="256" r:id="rId2"/>
    <p:sldId id="277" r:id="rId3"/>
    <p:sldId id="276" r:id="rId4"/>
    <p:sldId id="278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91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623" autoAdjust="0"/>
  </p:normalViewPr>
  <p:slideViewPr>
    <p:cSldViewPr snapToGrid="0" snapToObjects="1">
      <p:cViewPr varScale="1">
        <p:scale>
          <a:sx n="91" d="100"/>
          <a:sy n="91" d="100"/>
        </p:scale>
        <p:origin x="113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ad Abbadi" userId="c3f6ef8ec7554d92" providerId="LiveId" clId="{909A8593-8EFD-422D-9313-D88731AF288A}"/>
    <pc:docChg chg="undo custSel addSld delSld modSld sldOrd">
      <pc:chgData name="Ahmad Abbadi" userId="c3f6ef8ec7554d92" providerId="LiveId" clId="{909A8593-8EFD-422D-9313-D88731AF288A}" dt="2026-02-23T18:17:43.209" v="237" actId="1076"/>
      <pc:docMkLst>
        <pc:docMk/>
      </pc:docMkLst>
      <pc:sldChg chg="delSp mod">
        <pc:chgData name="Ahmad Abbadi" userId="c3f6ef8ec7554d92" providerId="LiveId" clId="{909A8593-8EFD-422D-9313-D88731AF288A}" dt="2026-02-21T11:46:41.220" v="9" actId="478"/>
        <pc:sldMkLst>
          <pc:docMk/>
          <pc:sldMk cId="0" sldId="256"/>
        </pc:sldMkLst>
        <pc:spChg chg="del">
          <ac:chgData name="Ahmad Abbadi" userId="c3f6ef8ec7554d92" providerId="LiveId" clId="{909A8593-8EFD-422D-9313-D88731AF288A}" dt="2026-02-20T11:30:15.455" v="1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Ahmad Abbadi" userId="c3f6ef8ec7554d92" providerId="LiveId" clId="{909A8593-8EFD-422D-9313-D88731AF288A}" dt="2026-02-20T11:30:06.620" v="0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Ahmad Abbadi" userId="c3f6ef8ec7554d92" providerId="LiveId" clId="{909A8593-8EFD-422D-9313-D88731AF288A}" dt="2026-02-20T11:30:20.968" v="2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8" creationId="{00000000-0000-0000-0000-000000000000}"/>
          </ac:spMkLst>
        </pc:spChg>
      </pc:sldChg>
      <pc:sldChg chg="addSp delSp modSp del mod">
        <pc:chgData name="Ahmad Abbadi" userId="c3f6ef8ec7554d92" providerId="LiveId" clId="{909A8593-8EFD-422D-9313-D88731AF288A}" dt="2026-02-21T12:20:14.238" v="12" actId="47"/>
        <pc:sldMkLst>
          <pc:docMk/>
          <pc:sldMk cId="0" sldId="257"/>
        </pc:sldMkLst>
        <pc:spChg chg="mod">
          <ac:chgData name="Ahmad Abbadi" userId="c3f6ef8ec7554d92" providerId="LiveId" clId="{909A8593-8EFD-422D-9313-D88731AF288A}" dt="2026-02-20T11:32:06.796" v="8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Ahmad Abbadi" userId="c3f6ef8ec7554d92" providerId="LiveId" clId="{909A8593-8EFD-422D-9313-D88731AF288A}" dt="2026-02-20T11:31:58.117" v="7" actId="6549"/>
          <ac:spMkLst>
            <pc:docMk/>
            <pc:sldMk cId="0" sldId="257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12:42.268" v="11" actId="6549"/>
          <ac:spMkLst>
            <pc:docMk/>
            <pc:sldMk cId="0" sldId="257"/>
            <ac:spMk id="5" creationId="{00000000-0000-0000-0000-000000000000}"/>
          </ac:spMkLst>
        </pc:spChg>
        <pc:spChg chg="add del">
          <ac:chgData name="Ahmad Abbadi" userId="c3f6ef8ec7554d92" providerId="LiveId" clId="{909A8593-8EFD-422D-9313-D88731AF288A}" dt="2026-02-20T11:31:46.237" v="4" actId="478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Ahmad Abbadi" userId="c3f6ef8ec7554d92" providerId="LiveId" clId="{909A8593-8EFD-422D-9313-D88731AF288A}" dt="2026-02-20T11:31:53.175" v="6" actId="478"/>
          <ac:spMkLst>
            <pc:docMk/>
            <pc:sldMk cId="0" sldId="257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1T11:47:00.799" v="10" actId="1076"/>
          <ac:spMkLst>
            <pc:docMk/>
            <pc:sldMk cId="0" sldId="257"/>
            <ac:spMk id="9" creationId="{00000000-0000-0000-0000-000000000000}"/>
          </ac:spMkLst>
        </pc:spChg>
      </pc:sldChg>
      <pc:sldChg chg="delSp modSp mod modNotesTx">
        <pc:chgData name="Ahmad Abbadi" userId="c3f6ef8ec7554d92" providerId="LiveId" clId="{909A8593-8EFD-422D-9313-D88731AF288A}" dt="2026-02-22T11:21:01.578" v="187" actId="14100"/>
        <pc:sldMkLst>
          <pc:docMk/>
          <pc:sldMk cId="0" sldId="258"/>
        </pc:sldMkLst>
        <pc:spChg chg="mod">
          <ac:chgData name="Ahmad Abbadi" userId="c3f6ef8ec7554d92" providerId="LiveId" clId="{909A8593-8EFD-422D-9313-D88731AF288A}" dt="2026-02-21T12:20:51.974" v="16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0:46.548" v="15" actId="6549"/>
          <ac:spMkLst>
            <pc:docMk/>
            <pc:sldMk cId="0" sldId="258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0:38.089" v="13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0:17.240" v="177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1:01.578" v="187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0:51.443" v="186" actId="403"/>
          <ac:spMkLst>
            <pc:docMk/>
            <pc:sldMk cId="0" sldId="258"/>
            <ac:spMk id="10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03.049" v="174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11.010" v="176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03.049" v="174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0:42.519" v="14" actId="478"/>
          <ac:spMkLst>
            <pc:docMk/>
            <pc:sldMk cId="0" sldId="258"/>
            <ac:spMk id="15" creationId="{00000000-0000-0000-0000-000000000000}"/>
          </ac:spMkLst>
        </pc:spChg>
      </pc:sldChg>
      <pc:sldChg chg="addSp delSp modSp mod modNotesTx">
        <pc:chgData name="Ahmad Abbadi" userId="c3f6ef8ec7554d92" providerId="LiveId" clId="{909A8593-8EFD-422D-9313-D88731AF288A}" dt="2026-02-22T11:30:34.569" v="228" actId="20577"/>
        <pc:sldMkLst>
          <pc:docMk/>
          <pc:sldMk cId="0" sldId="259"/>
        </pc:sldMkLst>
        <pc:spChg chg="del">
          <ac:chgData name="Ahmad Abbadi" userId="c3f6ef8ec7554d92" providerId="LiveId" clId="{909A8593-8EFD-422D-9313-D88731AF288A}" dt="2026-02-21T12:24:48.247" v="167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4:51.981" v="168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5:03.346" v="170" actId="113"/>
          <ac:spMkLst>
            <pc:docMk/>
            <pc:sldMk cId="0" sldId="259"/>
            <ac:spMk id="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34.569" v="228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8:08.014" v="209" actId="164"/>
          <ac:spMkLst>
            <pc:docMk/>
            <pc:sldMk cId="0" sldId="259"/>
            <ac:spMk id="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8:08.014" v="209" actId="164"/>
          <ac:spMkLst>
            <pc:docMk/>
            <pc:sldMk cId="0" sldId="259"/>
            <ac:spMk id="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4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0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8:21.522" v="211" actId="478"/>
          <ac:spMkLst>
            <pc:docMk/>
            <pc:sldMk cId="0" sldId="259"/>
            <ac:spMk id="3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4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8:38.330" v="212" actId="478"/>
          <ac:spMkLst>
            <pc:docMk/>
            <pc:sldMk cId="0" sldId="259"/>
            <ac:spMk id="3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06.867" v="217" actId="1076"/>
          <ac:spMkLst>
            <pc:docMk/>
            <pc:sldMk cId="0" sldId="259"/>
            <ac:spMk id="3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08.080" v="219" actId="1076"/>
          <ac:spMkLst>
            <pc:docMk/>
            <pc:sldMk cId="0" sldId="259"/>
            <ac:spMk id="37" creationId="{00000000-0000-0000-0000-000000000000}"/>
          </ac:spMkLst>
        </pc:spChg>
        <pc:spChg chg="add mod">
          <ac:chgData name="Ahmad Abbadi" userId="c3f6ef8ec7554d92" providerId="LiveId" clId="{909A8593-8EFD-422D-9313-D88731AF288A}" dt="2026-02-21T12:24:52.725" v="169"/>
          <ac:spMkLst>
            <pc:docMk/>
            <pc:sldMk cId="0" sldId="259"/>
            <ac:spMk id="39" creationId="{91F4A016-7261-4C57-98F5-45E0DEE2274D}"/>
          </ac:spMkLst>
        </pc:spChg>
        <pc:grpChg chg="add mod">
          <ac:chgData name="Ahmad Abbadi" userId="c3f6ef8ec7554d92" providerId="LiveId" clId="{909A8593-8EFD-422D-9313-D88731AF288A}" dt="2026-02-22T11:28:08.014" v="209" actId="164"/>
          <ac:grpSpMkLst>
            <pc:docMk/>
            <pc:sldMk cId="0" sldId="259"/>
            <ac:grpSpMk id="40" creationId="{7938D465-6794-4F10-B94B-23188E9A2352}"/>
          </ac:grpSpMkLst>
        </pc:grpChg>
        <pc:grpChg chg="add mod">
          <ac:chgData name="Ahmad Abbadi" userId="c3f6ef8ec7554d92" providerId="LiveId" clId="{909A8593-8EFD-422D-9313-D88731AF288A}" dt="2026-02-22T11:29:41.421" v="221" actId="164"/>
          <ac:grpSpMkLst>
            <pc:docMk/>
            <pc:sldMk cId="0" sldId="259"/>
            <ac:grpSpMk id="41" creationId="{9FDBA570-880F-48B3-9EE3-55142FADBBCA}"/>
          </ac:grpSpMkLst>
        </pc:grpChg>
        <pc:grpChg chg="add mod">
          <ac:chgData name="Ahmad Abbadi" userId="c3f6ef8ec7554d92" providerId="LiveId" clId="{909A8593-8EFD-422D-9313-D88731AF288A}" dt="2026-02-22T11:29:48.748" v="222" actId="164"/>
          <ac:grpSpMkLst>
            <pc:docMk/>
            <pc:sldMk cId="0" sldId="259"/>
            <ac:grpSpMk id="42" creationId="{D1758BD6-2FAE-400E-A832-13F5166890D5}"/>
          </ac:grpSpMkLst>
        </pc:grpChg>
        <pc:grpChg chg="add mod">
          <ac:chgData name="Ahmad Abbadi" userId="c3f6ef8ec7554d92" providerId="LiveId" clId="{909A8593-8EFD-422D-9313-D88731AF288A}" dt="2026-02-22T11:29:56.133" v="223" actId="164"/>
          <ac:grpSpMkLst>
            <pc:docMk/>
            <pc:sldMk cId="0" sldId="259"/>
            <ac:grpSpMk id="43" creationId="{AA9AFE94-9A24-48CB-889F-700E9E7063D4}"/>
          </ac:grpSpMkLst>
        </pc:grpChg>
        <pc:grpChg chg="add mod">
          <ac:chgData name="Ahmad Abbadi" userId="c3f6ef8ec7554d92" providerId="LiveId" clId="{909A8593-8EFD-422D-9313-D88731AF288A}" dt="2026-02-22T11:30:01.708" v="224" actId="164"/>
          <ac:grpSpMkLst>
            <pc:docMk/>
            <pc:sldMk cId="0" sldId="259"/>
            <ac:grpSpMk id="44" creationId="{07E71E48-FF98-41A6-9817-CB35A4C7D9B1}"/>
          </ac:grpSpMkLst>
        </pc:grpChg>
        <pc:grpChg chg="add mod">
          <ac:chgData name="Ahmad Abbadi" userId="c3f6ef8ec7554d92" providerId="LiveId" clId="{909A8593-8EFD-422D-9313-D88731AF288A}" dt="2026-02-22T11:30:10.431" v="225" actId="164"/>
          <ac:grpSpMkLst>
            <pc:docMk/>
            <pc:sldMk cId="0" sldId="259"/>
            <ac:grpSpMk id="45" creationId="{D2734ABE-5FB2-40C8-93EF-AD31E5CC6B53}"/>
          </ac:grpSpMkLst>
        </pc:grpChg>
      </pc:sldChg>
      <pc:sldChg chg="modSp mod">
        <pc:chgData name="Ahmad Abbadi" userId="c3f6ef8ec7554d92" providerId="LiveId" clId="{909A8593-8EFD-422D-9313-D88731AF288A}" dt="2026-02-22T11:27:37.691" v="206" actId="403"/>
        <pc:sldMkLst>
          <pc:docMk/>
          <pc:sldMk cId="0" sldId="269"/>
        </pc:sldMkLst>
        <pc:spChg chg="mod">
          <ac:chgData name="Ahmad Abbadi" userId="c3f6ef8ec7554d92" providerId="LiveId" clId="{909A8593-8EFD-422D-9313-D88731AF288A}" dt="2026-02-22T11:27:37.691" v="206" actId="403"/>
          <ac:spMkLst>
            <pc:docMk/>
            <pc:sldMk cId="0" sldId="269"/>
            <ac:spMk id="8" creationId="{00000000-0000-0000-0000-000000000000}"/>
          </ac:spMkLst>
        </pc:spChg>
      </pc:sldChg>
      <pc:sldChg chg="modSp mod">
        <pc:chgData name="Ahmad Abbadi" userId="c3f6ef8ec7554d92" providerId="LiveId" clId="{909A8593-8EFD-422D-9313-D88731AF288A}" dt="2026-02-22T11:27:25.476" v="203" actId="403"/>
        <pc:sldMkLst>
          <pc:docMk/>
          <pc:sldMk cId="0" sldId="270"/>
        </pc:sldMkLst>
        <pc:graphicFrameChg chg="modGraphic">
          <ac:chgData name="Ahmad Abbadi" userId="c3f6ef8ec7554d92" providerId="LiveId" clId="{909A8593-8EFD-422D-9313-D88731AF288A}" dt="2026-02-22T11:27:25.476" v="203" actId="403"/>
          <ac:graphicFrameMkLst>
            <pc:docMk/>
            <pc:sldMk cId="0" sldId="270"/>
            <ac:graphicFrameMk id="16" creationId="{00000000-0000-0000-0000-000000000000}"/>
          </ac:graphicFrameMkLst>
        </pc:graphicFrameChg>
      </pc:sldChg>
      <pc:sldChg chg="delSp modSp add mod ord modNotesTx">
        <pc:chgData name="Ahmad Abbadi" userId="c3f6ef8ec7554d92" providerId="LiveId" clId="{909A8593-8EFD-422D-9313-D88731AF288A}" dt="2026-02-22T11:24:14.267" v="197"/>
        <pc:sldMkLst>
          <pc:docMk/>
          <pc:sldMk cId="4008793743" sldId="277"/>
        </pc:sldMkLst>
        <pc:spChg chg="del">
          <ac:chgData name="Ahmad Abbadi" userId="c3f6ef8ec7554d92" providerId="LiveId" clId="{909A8593-8EFD-422D-9313-D88731AF288A}" dt="2026-02-22T11:22:47.567" v="191" actId="478"/>
          <ac:spMkLst>
            <pc:docMk/>
            <pc:sldMk cId="4008793743" sldId="277"/>
            <ac:spMk id="7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2:27.302" v="49" actId="478"/>
          <ac:spMkLst>
            <pc:docMk/>
            <pc:sldMk cId="4008793743" sldId="277"/>
            <ac:spMk id="8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2:27.302" v="49" actId="478"/>
          <ac:spMkLst>
            <pc:docMk/>
            <pc:sldMk cId="4008793743" sldId="277"/>
            <ac:spMk id="10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2:31.709" v="50" actId="14100"/>
          <ac:spMkLst>
            <pc:docMk/>
            <pc:sldMk cId="4008793743" sldId="277"/>
            <ac:spMk id="11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3:55.517" v="160" actId="20577"/>
          <ac:spMkLst>
            <pc:docMk/>
            <pc:sldMk cId="4008793743" sldId="277"/>
            <ac:spMk id="1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1:14.662" v="189" actId="255"/>
          <ac:spMkLst>
            <pc:docMk/>
            <pc:sldMk cId="4008793743" sldId="277"/>
            <ac:spMk id="13" creationId="{00000000-0000-0000-0000-000000000000}"/>
          </ac:spMkLst>
        </pc:spChg>
      </pc:sldChg>
      <pc:sldChg chg="addSp delSp modSp add mod">
        <pc:chgData name="Ahmad Abbadi" userId="c3f6ef8ec7554d92" providerId="LiveId" clId="{909A8593-8EFD-422D-9313-D88731AF288A}" dt="2026-02-23T18:17:43.209" v="237" actId="1076"/>
        <pc:sldMkLst>
          <pc:docMk/>
          <pc:sldMk cId="84338291" sldId="278"/>
        </pc:sldMkLst>
        <pc:spChg chg="mod">
          <ac:chgData name="Ahmad Abbadi" userId="c3f6ef8ec7554d92" providerId="LiveId" clId="{909A8593-8EFD-422D-9313-D88731AF288A}" dt="2026-02-23T18:14:45.528" v="231" actId="1076"/>
          <ac:spMkLst>
            <pc:docMk/>
            <pc:sldMk cId="84338291" sldId="278"/>
            <ac:spMk id="8" creationId="{00000000-0000-0000-0000-000000000000}"/>
          </ac:spMkLst>
        </pc:spChg>
        <pc:spChg chg="add mod">
          <ac:chgData name="Ahmad Abbadi" userId="c3f6ef8ec7554d92" providerId="LiveId" clId="{909A8593-8EFD-422D-9313-D88731AF288A}" dt="2026-02-23T18:15:05.924" v="234" actId="14100"/>
          <ac:spMkLst>
            <pc:docMk/>
            <pc:sldMk cId="84338291" sldId="278"/>
            <ac:spMk id="46" creationId="{F95B1EDB-9EEE-4DCC-9D52-39026B5DAA1C}"/>
          </ac:spMkLst>
        </pc:spChg>
        <pc:spChg chg="add mod">
          <ac:chgData name="Ahmad Abbadi" userId="c3f6ef8ec7554d92" providerId="LiveId" clId="{909A8593-8EFD-422D-9313-D88731AF288A}" dt="2026-02-23T18:17:43.209" v="237" actId="1076"/>
          <ac:spMkLst>
            <pc:docMk/>
            <pc:sldMk cId="84338291" sldId="278"/>
            <ac:spMk id="47" creationId="{99FC5AC3-290D-4D2C-8297-680F149F4FCD}"/>
          </ac:spMkLst>
        </pc:spChg>
        <pc:grpChg chg="mod">
          <ac:chgData name="Ahmad Abbadi" userId="c3f6ef8ec7554d92" providerId="LiveId" clId="{909A8593-8EFD-422D-9313-D88731AF288A}" dt="2026-02-23T18:14:58.755" v="232" actId="1076"/>
          <ac:grpSpMkLst>
            <pc:docMk/>
            <pc:sldMk cId="84338291" sldId="278"/>
            <ac:grpSpMk id="40" creationId="{7938D465-6794-4F10-B94B-23188E9A2352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1" creationId="{9FDBA570-880F-48B3-9EE3-55142FADBBCA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2" creationId="{D1758BD6-2FAE-400E-A832-13F5166890D5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3" creationId="{AA9AFE94-9A24-48CB-889F-700E9E7063D4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4" creationId="{07E71E48-FF98-41A6-9817-CB35A4C7D9B1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5" creationId="{D2734ABE-5FB2-40C8-93EF-AD31E5CC6B53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37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299D-3681-4547-A802-1C0F8AF3F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841375"/>
            <a:ext cx="7372350" cy="2001062"/>
          </a:xfrm>
        </p:spPr>
        <p:txBody>
          <a:bodyPr anchor="b">
            <a:normAutofit/>
          </a:bodyPr>
          <a:lstStyle>
            <a:lvl1pPr algn="l">
              <a:defRPr sz="36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20B747-1E9B-418F-BD4C-A890709F0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2900397"/>
            <a:ext cx="7372350" cy="1241425"/>
          </a:xfrm>
        </p:spPr>
        <p:txBody>
          <a:bodyPr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D898A-680F-4A81-AF4C-0DF24DB25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65FE3-F39A-4FC1-A134-D55872A714C4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2EC4E-0CEB-432B-A976-B507074EE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D65BC-DA62-4EE7-8E14-F84B3E93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E45173C-58E8-42EB-A92F-1879D7B77001}"/>
              </a:ext>
            </a:extLst>
          </p:cNvPr>
          <p:cNvSpPr/>
          <p:nvPr userDrawn="1"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6789303-D80B-4F91-8B68-1AB8263A8971}"/>
              </a:ext>
            </a:extLst>
          </p:cNvPr>
          <p:cNvSpPr/>
          <p:nvPr userDrawn="1"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09D04FC-C427-40D0-A7EC-9DA3F3764224}"/>
              </a:ext>
            </a:extLst>
          </p:cNvPr>
          <p:cNvSpPr/>
          <p:nvPr userDrawn="1"/>
        </p:nvSpPr>
        <p:spPr>
          <a:xfrm>
            <a:off x="1143000" y="3943350"/>
            <a:ext cx="3657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90CF695-D7BC-4223-8199-225C7AAFBE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201613"/>
            <a:ext cx="5829300" cy="569912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1300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4031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9590B597-002F-48B5-B650-5C7BF488BB49}"/>
              </a:ext>
            </a:extLst>
          </p:cNvPr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430ABD3-7B15-4DDA-AE65-37C5FA3A66A1}"/>
              </a:ext>
            </a:extLst>
          </p:cNvPr>
          <p:cNvSpPr/>
          <p:nvPr userDrawn="1"/>
        </p:nvSpPr>
        <p:spPr>
          <a:xfrm>
            <a:off x="0" y="685800"/>
            <a:ext cx="9144000" cy="7054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E826057D-22FF-487D-A600-B893FE0C454E}"/>
              </a:ext>
            </a:extLst>
          </p:cNvPr>
          <p:cNvSpPr/>
          <p:nvPr userDrawn="1"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84448-BE1F-426D-9A87-AAD97976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97" y="33059"/>
            <a:ext cx="8274205" cy="59467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389E-BDF8-4DC1-B3B8-3299FDDB0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8274205" cy="364598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48484-E906-470D-9255-694025231F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6976" y="4919449"/>
            <a:ext cx="961328" cy="190992"/>
          </a:xfrm>
        </p:spPr>
        <p:txBody>
          <a:bodyPr/>
          <a:lstStyle>
            <a:lvl1pPr>
              <a:defRPr sz="1000"/>
            </a:lvl1pPr>
          </a:lstStyle>
          <a:p>
            <a:fld id="{F92AD9DF-DB58-4424-B183-AACA680B9DD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B455E-D75D-4448-AB96-FF30CF63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24" y="4919449"/>
            <a:ext cx="7277100" cy="190992"/>
          </a:xfrm>
        </p:spPr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B60CE-E86B-4D9B-A004-AC643EDD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7756" y="4919449"/>
            <a:ext cx="683941" cy="190992"/>
          </a:xfrm>
        </p:spPr>
        <p:txBody>
          <a:bodyPr/>
          <a:lstStyle>
            <a:lvl1pPr>
              <a:defRPr sz="1000"/>
            </a:lvl1pPr>
          </a:lstStyle>
          <a:p>
            <a:fld id="{79258198-EBFC-4421-8D9C-91EDED0B1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C2EB668-D005-4D04-96A4-05B5D84B2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975" y="4552950"/>
            <a:ext cx="8289925" cy="328613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2073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72" userDrawn="1">
          <p15:clr>
            <a:srgbClr val="FBAE40"/>
          </p15:clr>
        </p15:guide>
        <p15:guide id="3" pos="5496" userDrawn="1">
          <p15:clr>
            <a:srgbClr val="FBAE40"/>
          </p15:clr>
        </p15:guide>
        <p15:guide id="4" orient="horz" pos="564" userDrawn="1">
          <p15:clr>
            <a:srgbClr val="FBAE40"/>
          </p15:clr>
        </p15:guide>
        <p15:guide id="5" orient="horz" pos="2868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9590B597-002F-48B5-B650-5C7BF488BB49}"/>
              </a:ext>
            </a:extLst>
          </p:cNvPr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430ABD3-7B15-4DDA-AE65-37C5FA3A66A1}"/>
              </a:ext>
            </a:extLst>
          </p:cNvPr>
          <p:cNvSpPr/>
          <p:nvPr userDrawn="1"/>
        </p:nvSpPr>
        <p:spPr>
          <a:xfrm>
            <a:off x="0" y="685800"/>
            <a:ext cx="9144000" cy="7054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90C313C-7C45-4B69-BE3A-22C140B6915D}"/>
              </a:ext>
            </a:extLst>
          </p:cNvPr>
          <p:cNvSpPr/>
          <p:nvPr userDrawn="1"/>
        </p:nvSpPr>
        <p:spPr>
          <a:xfrm>
            <a:off x="434898" y="4587211"/>
            <a:ext cx="8290002" cy="294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200" dirty="0"/>
              <a:t>Click to edit Master text styles</a:t>
            </a: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E826057D-22FF-487D-A600-B893FE0C454E}"/>
              </a:ext>
            </a:extLst>
          </p:cNvPr>
          <p:cNvSpPr/>
          <p:nvPr userDrawn="1"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84448-BE1F-426D-9A87-AAD97976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97" y="33059"/>
            <a:ext cx="8274205" cy="59467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D25AC82-7D6E-45BB-93A7-D82E6F205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6534" y="835296"/>
            <a:ext cx="4114800" cy="37490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611B8244-4911-49E3-9349-21D1B96E0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6604" y="835295"/>
            <a:ext cx="4114800" cy="37490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D0AF24AD-3916-4FDD-AB0A-429EB878A8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6976" y="4919449"/>
            <a:ext cx="961328" cy="190992"/>
          </a:xfrm>
        </p:spPr>
        <p:txBody>
          <a:bodyPr/>
          <a:lstStyle>
            <a:lvl1pPr>
              <a:defRPr sz="1000"/>
            </a:lvl1pPr>
          </a:lstStyle>
          <a:p>
            <a:fld id="{422965C9-543D-431C-B847-0F5CFF32AC2B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2E443A4-237A-487E-B5A3-E348B5E53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24" y="4919449"/>
            <a:ext cx="7277100" cy="190992"/>
          </a:xfrm>
        </p:spPr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43FD89E-5E17-478C-9F81-DE66E9C57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7756" y="4919449"/>
            <a:ext cx="683941" cy="190992"/>
          </a:xfrm>
        </p:spPr>
        <p:txBody>
          <a:bodyPr/>
          <a:lstStyle>
            <a:lvl1pPr>
              <a:defRPr sz="1000"/>
            </a:lvl1pPr>
          </a:lstStyle>
          <a:p>
            <a:fld id="{79258198-EBFC-4421-8D9C-91EDED0B1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000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64" userDrawn="1">
          <p15:clr>
            <a:srgbClr val="FBAE40"/>
          </p15:clr>
        </p15:guide>
        <p15:guide id="3" pos="5496" userDrawn="1">
          <p15:clr>
            <a:srgbClr val="FBAE40"/>
          </p15:clr>
        </p15:guide>
        <p15:guide id="4" orient="horz" pos="524" userDrawn="1">
          <p15:clr>
            <a:srgbClr val="FBAE40"/>
          </p15:clr>
        </p15:guide>
        <p15:guide id="5" orient="horz" pos="288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FEC84F-C898-4554-BA49-274C6DC08821}"/>
              </a:ext>
            </a:extLst>
          </p:cNvPr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05B66E0A-7AB8-4224-913B-E82819A59BA4}"/>
              </a:ext>
            </a:extLst>
          </p:cNvPr>
          <p:cNvSpPr/>
          <p:nvPr userDrawn="1"/>
        </p:nvSpPr>
        <p:spPr>
          <a:xfrm>
            <a:off x="0" y="685800"/>
            <a:ext cx="9144000" cy="7054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782B0BE-3333-44DF-AC32-5F8ADDCD69B4}"/>
              </a:ext>
            </a:extLst>
          </p:cNvPr>
          <p:cNvSpPr/>
          <p:nvPr userDrawn="1"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84DD66F-07D9-4E51-A906-0B93F3B68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97" y="33059"/>
            <a:ext cx="8274205" cy="59467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AFBCCC0-6685-4C73-BA89-F52266084F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6976" y="4919449"/>
            <a:ext cx="961328" cy="190992"/>
          </a:xfrm>
        </p:spPr>
        <p:txBody>
          <a:bodyPr/>
          <a:lstStyle>
            <a:lvl1pPr>
              <a:defRPr sz="1000"/>
            </a:lvl1pPr>
          </a:lstStyle>
          <a:p>
            <a:fld id="{5F7A2C1B-1720-4AEB-838C-F225139E981B}" type="datetime1">
              <a:rPr lang="en-US" smtClean="0"/>
              <a:t>2/25/2026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661AE67-3151-44AA-9113-C98B230F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7756" y="4919449"/>
            <a:ext cx="683941" cy="190992"/>
          </a:xfrm>
        </p:spPr>
        <p:txBody>
          <a:bodyPr/>
          <a:lstStyle>
            <a:lvl1pPr>
              <a:defRPr sz="1000"/>
            </a:lvl1pPr>
          </a:lstStyle>
          <a:p>
            <a:fld id="{79258198-EBFC-4421-8D9C-91EDED0B1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09F9997-403B-45C8-A647-4F4B1A649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24" y="4919449"/>
            <a:ext cx="7277100" cy="190992"/>
          </a:xfrm>
        </p:spPr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8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299D-3681-4547-A802-1C0F8AF3F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841375"/>
            <a:ext cx="7608038" cy="3657600"/>
          </a:xfrm>
        </p:spPr>
        <p:txBody>
          <a:bodyPr anchor="ctr">
            <a:normAutofit/>
          </a:bodyPr>
          <a:lstStyle>
            <a:lvl1pPr algn="ctr">
              <a:defRPr sz="24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E45173C-58E8-42EB-A92F-1879D7B77001}"/>
              </a:ext>
            </a:extLst>
          </p:cNvPr>
          <p:cNvSpPr/>
          <p:nvPr userDrawn="1"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6789303-D80B-4F91-8B68-1AB8263A8971}"/>
              </a:ext>
            </a:extLst>
          </p:cNvPr>
          <p:cNvSpPr/>
          <p:nvPr userDrawn="1"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3735760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647834-38CD-48BA-8AE6-E5C9DD9A8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28134-E7B7-4C74-9984-9CBF52304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F2F31-5424-47E1-8064-89881EE11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5A575-5E82-4CCC-864E-34B7DD910810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A8D97-5F56-440E-8DBB-2300C11FE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2DFCD-2930-4EEF-9547-FA8276ABD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58198-EBFC-4421-8D9C-91EDED0B1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2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63" r:id="rId3"/>
    <p:sldLayoutId id="2147483664" r:id="rId4"/>
    <p:sldLayoutId id="2147483665" r:id="rId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61BD510-DDFE-4B2A-BEA1-5787F95E1D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marL="0" indent="0"/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MOD-0x  </a:t>
            </a:r>
            <a:b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3600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CBCA2C0-0393-4349-A62F-290977BAA3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9E1CB0E-536E-42D9-8C75-240F6DBFD6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300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ROBOTS</a:t>
            </a:r>
            <a:endParaRPr lang="en-US" sz="1300" dirty="0"/>
          </a:p>
        </p:txBody>
      </p:sp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580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E610889-E641-45BB-A638-1404193ED78D}"/>
              </a:ext>
            </a:extLst>
          </p:cNvPr>
          <p:cNvGrpSpPr/>
          <p:nvPr/>
        </p:nvGrpSpPr>
        <p:grpSpPr>
          <a:xfrm>
            <a:off x="5577840" y="1216152"/>
            <a:ext cx="3291840" cy="3017520"/>
            <a:chOff x="5577840" y="1536192"/>
            <a:chExt cx="3291840" cy="2944368"/>
          </a:xfrm>
        </p:grpSpPr>
        <p:sp>
          <p:nvSpPr>
            <p:cNvPr id="10" name="Shape 8"/>
            <p:cNvSpPr/>
            <p:nvPr/>
          </p:nvSpPr>
          <p:spPr>
            <a:xfrm>
              <a:off x="5577840" y="1536192"/>
              <a:ext cx="3291840" cy="2944368"/>
            </a:xfrm>
            <a:prstGeom prst="rect">
              <a:avLst/>
            </a:prstGeom>
            <a:solidFill>
              <a:srgbClr val="F97316">
                <a:alpha val="15000"/>
              </a:srgbClr>
            </a:solidFill>
            <a:ln w="25400">
              <a:solidFill>
                <a:srgbClr val="F97316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5577840" y="1536192"/>
              <a:ext cx="3291840" cy="347472"/>
            </a:xfrm>
            <a:prstGeom prst="rect">
              <a:avLst/>
            </a:prstGeom>
            <a:solidFill>
              <a:srgbClr val="F97316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5577840" y="1536192"/>
              <a:ext cx="329184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➡ NEXT:</a:t>
              </a:r>
              <a:endParaRPr lang="en-US" sz="1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669280" y="1938528"/>
              <a:ext cx="3108960" cy="2423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endParaRPr lang="en-US" sz="1150" dirty="0"/>
            </a:p>
          </p:txBody>
        </p:sp>
      </p:grpSp>
      <p:sp>
        <p:nvSpPr>
          <p:cNvPr id="14" name="Shape 12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ysDash"/>
          </a:ln>
        </p:spPr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5C20C26-17CC-4742-9857-C7A058623E46}"/>
              </a:ext>
            </a:extLst>
          </p:cNvPr>
          <p:cNvGrpSpPr/>
          <p:nvPr/>
        </p:nvGrpSpPr>
        <p:grpSpPr>
          <a:xfrm>
            <a:off x="274320" y="1216152"/>
            <a:ext cx="5029200" cy="3017520"/>
            <a:chOff x="274320" y="1536192"/>
            <a:chExt cx="5029200" cy="2962656"/>
          </a:xfrm>
        </p:grpSpPr>
        <p:sp>
          <p:nvSpPr>
            <p:cNvPr id="7" name="Shape 5"/>
            <p:cNvSpPr/>
            <p:nvPr/>
          </p:nvSpPr>
          <p:spPr>
            <a:xfrm>
              <a:off x="274320" y="1536192"/>
              <a:ext cx="5029200" cy="347472"/>
            </a:xfrm>
            <a:prstGeom prst="rect">
              <a:avLst/>
            </a:prstGeom>
            <a:solidFill>
              <a:srgbClr val="059669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274320" y="1536192"/>
              <a:ext cx="50292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✅ WHAT YOU NOW KNOW</a:t>
              </a:r>
              <a:endParaRPr lang="en-US" sz="1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274320" y="1920240"/>
              <a:ext cx="5029200" cy="2560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spcAft>
                  <a:spcPts val="400"/>
                </a:spcAft>
                <a:buSzPct val="100000"/>
                <a:buChar char="•"/>
              </a:pPr>
              <a:endParaRPr lang="en-US" sz="1250" dirty="0"/>
            </a:p>
          </p:txBody>
        </p:sp>
        <p:sp>
          <p:nvSpPr>
            <p:cNvPr id="16" name="Shape 8">
              <a:extLst>
                <a:ext uri="{FF2B5EF4-FFF2-40B4-BE49-F238E27FC236}">
                  <a16:creationId xmlns:a16="http://schemas.microsoft.com/office/drawing/2014/main" id="{8305E10A-C2DC-4F4C-937B-7F6F0D97D85A}"/>
                </a:ext>
              </a:extLst>
            </p:cNvPr>
            <p:cNvSpPr/>
            <p:nvPr/>
          </p:nvSpPr>
          <p:spPr>
            <a:xfrm>
              <a:off x="274320" y="1554480"/>
              <a:ext cx="5029200" cy="2944368"/>
            </a:xfrm>
            <a:prstGeom prst="rect">
              <a:avLst/>
            </a:prstGeom>
            <a:solidFill>
              <a:srgbClr val="29915C">
                <a:alpha val="15000"/>
              </a:srgbClr>
            </a:solidFill>
            <a:ln w="25400">
              <a:solidFill>
                <a:srgbClr val="29915C"/>
              </a:solidFill>
              <a:prstDash val="solid"/>
            </a:ln>
          </p:spPr>
        </p:sp>
      </p:grpSp>
      <p:sp>
        <p:nvSpPr>
          <p:cNvPr id="21" name="Title 20">
            <a:extLst>
              <a:ext uri="{FF2B5EF4-FFF2-40B4-BE49-F238E27FC236}">
                <a16:creationId xmlns:a16="http://schemas.microsoft.com/office/drawing/2014/main" id="{6F38BCE1-691E-4C5F-9477-EA7FCACD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kern="0" spc="400" dirty="0">
                <a:solidFill>
                  <a:srgbClr val="FFFFFF"/>
                </a:solidFill>
              </a:rPr>
              <a:t>SUMMARY &amp; WHAT'S NEXT</a:t>
            </a:r>
            <a:endParaRPr lang="en-US" dirty="0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CE242D4E-E8CA-4B10-98D1-8CDF1863A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421E-21C9-4FDF-A5AD-061E14539672}" type="datetime1">
              <a:rPr lang="en-US" smtClean="0"/>
              <a:t>2/25/2026</a:t>
            </a:fld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E9B4DEA-520C-4960-B4B6-FD8A9C740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B1806B-220D-4E83-909E-58385D5EB4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13800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74992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</Words>
  <Application>Microsoft Office PowerPoint</Application>
  <PresentationFormat>On-screen Show (16:9)</PresentationFormat>
  <Paragraphs>12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Custom Design</vt:lpstr>
      <vt:lpstr>MOD-0x   Topic</vt:lpstr>
      <vt:lpstr>PowerPoint Presentation</vt:lpstr>
      <vt:lpstr>SUMMARY &amp; WHAT'S NEXT</vt:lpstr>
      <vt:lpstr>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MOD-001: Robotics Trends &amp; Industry Landscape</dc:title>
  <dc:subject>PptxGenJS Presentation</dc:subject>
  <dc:creator>Mobile Robots Course</dc:creator>
  <cp:lastModifiedBy>Ahmad Abbadi</cp:lastModifiedBy>
  <cp:revision>18</cp:revision>
  <dcterms:created xsi:type="dcterms:W3CDTF">2026-02-19T18:14:35Z</dcterms:created>
  <dcterms:modified xsi:type="dcterms:W3CDTF">2026-02-25T06:29:08Z</dcterms:modified>
</cp:coreProperties>
</file>